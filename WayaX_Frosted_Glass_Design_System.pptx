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0" y="1097280"/>
            <a:ext cx="5303520" cy="4389120"/>
          </a:xfrm>
          <a:prstGeom prst="ellipse">
            <a:avLst/>
          </a:prstGeom>
          <a:solidFill>
            <a:srgbClr val="0C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1645920"/>
            <a:ext cx="4754880" cy="3840480"/>
          </a:xfrm>
          <a:prstGeom prst="ellipse">
            <a:avLst/>
          </a:prstGeom>
          <a:solidFill>
            <a:srgbClr val="0A2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908792" cy="34747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77F2E4"/>
                </a:solidFill>
                <a:latin typeface="Arial"/>
              </a:defRPr>
            </a:pPr>
            <a:r>
              <a:t>WayaX Liquid Glass Design System</a:t>
            </a:r>
          </a:p>
          <a:p>
            <a:pPr>
              <a:spcAft>
                <a:spcPts val="2000"/>
              </a:spcAft>
              <a:defRPr sz="1800">
                <a:solidFill>
                  <a:srgbClr val="6BB6F3"/>
                </a:solidFill>
                <a:latin typeface="Calibri"/>
              </a:defRPr>
            </a:pPr>
            <a:r>
              <a:t>Visual Specifications, Specular Refractions &amp; SEBI Advisory Handoff Rules</a:t>
            </a:r>
          </a:p>
          <a:p>
            <a:pPr>
              <a:defRPr sz="1200" i="1">
                <a:solidFill>
                  <a:srgbClr val="94A3B8"/>
                </a:solidFill>
                <a:latin typeface="Calibri"/>
              </a:defRPr>
            </a:pPr>
            <a:r>
              <a:t>SEBI Registered Research Analyst: INH00010876 | Programmatically Derived via Qwen2.5-Coder:1.5B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4114800" cy="73152"/>
          </a:xfrm>
          <a:prstGeom prst="rect">
            <a:avLst/>
          </a:prstGeom>
          <a:solidFill>
            <a:srgbClr val="77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3200400" cy="3200400"/>
          </a:xfrm>
          <a:prstGeom prst="ellipse">
            <a:avLst/>
          </a:prstGeom>
          <a:solidFill>
            <a:srgbClr val="0A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474720"/>
            <a:ext cx="2926080" cy="2926080"/>
          </a:xfrm>
          <a:prstGeom prst="ellipse">
            <a:avLst/>
          </a:prstGeom>
          <a:solidFill>
            <a:srgbClr val="08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7F2E4"/>
                </a:solidFill>
                <a:latin typeface="Arial"/>
              </a:defRPr>
            </a:pPr>
            <a:r>
              <a:t>CORE PHILOSOPHY: REFRACTIVE SPECULARITY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11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WayaX Frosted Glass Spec • INH00010876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77F2E4"/>
                </a:solidFill>
                <a:latin typeface="Arial"/>
              </a:defRPr>
            </a:pPr>
            <a:r>
              <a:t>Rejecting Flat, Synthetic UI Cards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WayaX mimics physical optical glass layered over responsive grids to establish deep visceral trust in audited advisory data. The interface feels organic, structural, and visually alive.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45920"/>
            <a:ext cx="6675120" cy="128016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783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1. Optical Depth Separation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240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Physical layered dimensions divide user conversational bubbles from primary, audited financial recommendations.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Provides clear hierarchy and prevents information fatigue.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108960"/>
            <a:ext cx="6675120" cy="128016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2. Backdrop Caustics Refractions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03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Accent gradient colors and ambient refractions pass underneath card panels to simulate natural light behavior.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Enhances interactivity and visual feedback during scroll states.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572000"/>
            <a:ext cx="6675120" cy="128016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4709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3. Sub-Pixel Specular Highlights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5166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Top borders are detailed with a 1px specular white highlight at 12% opacity to emulate precise glass beveling.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Ensures crisp contours against dynamic background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3200400" cy="3200400"/>
          </a:xfrm>
          <a:prstGeom prst="ellipse">
            <a:avLst/>
          </a:prstGeom>
          <a:solidFill>
            <a:srgbClr val="0A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474720"/>
            <a:ext cx="2926080" cy="2926080"/>
          </a:xfrm>
          <a:prstGeom prst="ellipse">
            <a:avLst/>
          </a:prstGeom>
          <a:solidFill>
            <a:srgbClr val="08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7F2E4"/>
                </a:solidFill>
                <a:latin typeface="Arial"/>
              </a:defRPr>
            </a:pPr>
            <a:r>
              <a:t>FOUNDATIONS &amp; BRAND VALUE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11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WayaX Frosted Glass Spec • INH00010876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A. Liquid Specular Color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TEAL MOMENTUM (#77F2E4): Left logo gradient stop (0%). Highlights core brand actions.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SKY BLUE FLOW (#6BB6F3): Right logo gradient stop (100%). Soft link primary background accent.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SUCCESS EMERALD (#10B981): Highlights positive growth indices, BUY calls, target prices.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PROTECTIVE ROSE (#EF4444): Stop loss limits, SHORT triggers, and excessive leverage warnings.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CANVAS BLACK (#000000) &amp; SLATE BACKING (#0D0E12): High contrast dark environment layout.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DEPRECATION: Salted Camel (#D5AD76) is fully deprecated to enforce maximum design clarity.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486400" cy="21031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B. Typography System Scales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Sora Display font curve scales for titles and onboarding structures (28px Bold / 20px / 17px).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Inter Body sans-serif scales for streamed response advisory paragraphs (13px Medium).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JetBrains Mono data text scales for clean metrics, prices, and ratios readability (12.5px Bold).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5486400" cy="21031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C. Spacing Grid laws (8px Base Scale)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px-1 (4px): Micro status indicator pulses, margins.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px-1.5 (6px): Advisory monospace symbol badge margins.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p-2.5 (10px): Search bar icon alignments, categories gaps.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p-4.5 (18px): Standard table row vertical padding boundaries.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p-6 (24px): Spacious container gaps on active screens.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3200400" cy="3200400"/>
          </a:xfrm>
          <a:prstGeom prst="ellipse">
            <a:avLst/>
          </a:prstGeom>
          <a:solidFill>
            <a:srgbClr val="0A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474720"/>
            <a:ext cx="2926080" cy="2926080"/>
          </a:xfrm>
          <a:prstGeom prst="ellipse">
            <a:avLst/>
          </a:prstGeom>
          <a:solidFill>
            <a:srgbClr val="08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7F2E4"/>
                </a:solidFill>
                <a:latin typeface="Arial"/>
              </a:defRPr>
            </a:pPr>
            <a:r>
              <a:t>INTERACTIVE COMPONENTS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11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WayaX Frosted Glass Spec • INH00010876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A. Interactive Solid Button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1. Primary Action Buttons (Capsule):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Default: solid bg-indigo-600, Sora Bold, rounded-2xl.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Hover: bg-indigo-50, translateY(-1.5px) for light elevation.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Active: Scale down to 0.95, bg-indigo-750.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Disabled: opacity-50, cursor-not-allowed, bg-slate-800.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2. Secondary Glass Buttons (.liquid-glass-button):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Default: bg-white/[0.05], 1px white border at 10% opacity.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Hover: Triggers diagonal specular specular sweeper at 38deg.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Active: Scale 0.98, background shifts to bg-white/[0.12].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486400" cy="21031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B. Recessed Search Input 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Default (.liquid-glass-input): bg-black/25, inner shadow inset shadow [inset_0_2px_4px_rgba(0,0,0,0.35)].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Focus outline: border-white/20, bg-black/35, releases a beautiful white outline breathing glow to highlight focus.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5486400" cy="21031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C. Presets Selector Panel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Height constraint: locked to max-h-[132px] (mobile) or max-h-[180px] (desktop).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Visual Law: Displays exactly 3 questions + a 30% visual vertical cut-off hint of the 4th item.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Design Value: Eliminates layout shift scroll jumps when expanding dropdown panels.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3200400" cy="3200400"/>
          </a:xfrm>
          <a:prstGeom prst="ellipse">
            <a:avLst/>
          </a:prstGeom>
          <a:solidFill>
            <a:srgbClr val="0A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474720"/>
            <a:ext cx="2926080" cy="2926080"/>
          </a:xfrm>
          <a:prstGeom prst="ellipse">
            <a:avLst/>
          </a:prstGeom>
          <a:solidFill>
            <a:srgbClr val="08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7F2E4"/>
                </a:solidFill>
                <a:latin typeface="Arial"/>
              </a:defRPr>
            </a:pPr>
            <a:r>
              <a:t>PATTERN LAWS &amp; DEV HANDOFF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11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WayaX Frosted Glass Spec • INH00010876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A. The Emerald Green Law (BUY Actions)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Renders strictly in Success Emerald (#10B981) to emphasize positive growth parameters.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BUY call badges: semi-translucent green capsule (bg-emerald-500/10, border-emerald-500/20) with a pulsing green indicator dot (animate-pulse).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Target Upside badges: grouped with TrendingUp icon and bold monospace green text.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Positive return metrics (1M, 3M, 1Y period growths) must highlight green.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486400" cy="21031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B. The Rose Red Law (Protection &amp; Warnings)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Renders strictly in Protective Rose (#EF4444) to ensure immediate protective visibility.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SHORT call badges: semi-translucent red capsule with pulsing red indicator dot.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Protective Stop Loss (SL): highlighted in bold monospace red text.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Volatility indices and negative period periods must highlight 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5486400" cy="21031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C. Critical Handoff Guidelines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DO: Pad all row indices with leading zeros (e.g. 01, 02) and align centered.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DO: Snap scroll alignment to top of streamed chat responses to prevent scroll jumping.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DON'T: Inject deprecated Salted Camel (#D5AD76) inside card color stops.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DON'T: Render scrollbars without the translucent glassmorphic thumbs.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3200400" cy="3200400"/>
          </a:xfrm>
          <a:prstGeom prst="ellipse">
            <a:avLst/>
          </a:prstGeom>
          <a:solidFill>
            <a:srgbClr val="0A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474720"/>
            <a:ext cx="2926080" cy="2926080"/>
          </a:xfrm>
          <a:prstGeom prst="ellipse">
            <a:avLst/>
          </a:prstGeom>
          <a:solidFill>
            <a:srgbClr val="08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7F2E4"/>
                </a:solidFill>
                <a:latin typeface="Arial"/>
              </a:defRPr>
            </a:pPr>
            <a:r>
              <a:t>STOCK TABLE ORGANISM &amp; FIGMA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11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WayaX Frosted Glass Spec • INH00010876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A. SEBI-Compliant Stock Table 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Column Width margins strictly defined to prevent layout shift during row accordion expansion: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Index: w-14, centered, monospaced.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Company / Symbol: min-w-[220px], left-aligned.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Call: w-32, status badging.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Numeric Metrics: center-aligned monospaced parameters.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Hover transitions: py-4.5 (18px) padding, 300ms hover bg-white/[0.035].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Accordion drawer divisions: divided into Technical Matrix column, Fundamental Shield column, and Investment Thesis signature.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solidFill>
            <a:srgbClr val="0D1423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7F2E4"/>
                </a:solidFill>
                <a:latin typeface="Arial"/>
              </a:defRPr>
            </a:pPr>
            <a:r>
              <a:t>B. Figma &amp; Code Synchronization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1. Figma Drag-and-Drop Vector Spec Sheet: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Source: C:\Users\lcppd\.gemini\antigravity\scratch\WayaX\WayaX_Design_System.svg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Drag-and-drop this file directly into the Figma canvas to instantly import all 6 visual pages as fully editable vector shapes and layers.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2. CSS Utility Synchronization: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Source: C:\Users\lcppd\.gemini\antigravity\scratch\WayaX\src\index.css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Contains all .liquid-glass class details.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3. React implementation: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Source: C:\Users\lcppd\.gemini\antigravity\scratch\WayaX\src\App.tsx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Maps viewport spacings, tokens, and margins.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